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FC83-6AD7-2D0E-4705-4EB87B9D6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E5880-750C-A4EA-2F15-3E97725C6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3DFA9-530B-B6AE-7BA3-4CDF96B46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0F16-1CF6-4EE0-8059-41DEF9D321C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49679-A829-D5A4-927C-9A5A53E6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A6A7E-DF04-45F7-CF67-5854EF26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B550-ECBC-4CD7-B571-26E8EE82A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32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DA1F-5F64-4EBE-8874-6ABE54EA7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001FB-1E36-0E29-CB3C-8B9F26D21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05FC-1D96-150C-61B2-6F5245E0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0F16-1CF6-4EE0-8059-41DEF9D321C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E7A6-D9AC-3DA6-47B0-16A44BEA2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B8E26-386C-EC34-8485-956FEC056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B550-ECBC-4CD7-B571-26E8EE82A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15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B0EA-3262-26D4-6DA9-B05531D59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21061-1852-E906-1D04-5AD0E00F9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024A0-53EB-94F3-ED5A-924AAB96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0F16-1CF6-4EE0-8059-41DEF9D321C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7808-75B4-6585-0908-5A6D45013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4631A-1FE2-A589-28D3-EA3631A0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B550-ECBC-4CD7-B571-26E8EE82A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10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6B57-84B4-580D-2986-6DC01558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C686A-63A7-457D-1157-32A3D5B51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2562D-0E53-8087-B90D-969DF1810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BB850-3D02-2775-370C-52A7C047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0F16-1CF6-4EE0-8059-41DEF9D321C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D20D3-8E01-333E-97E9-86122DE2F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33D1E-EFBA-4BD9-5E57-69561C68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B550-ECBC-4CD7-B571-26E8EE82A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26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1D46-8378-6567-B426-45FA67137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4F4AC-98BD-0401-5C50-CB760A57C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4B4A6-D8D2-E8B0-3569-5C9160227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84FBF-9B07-6302-6F25-8C26373B4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6C09D-EC5D-033A-3435-8E84FE0ED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4D625-5CDF-FC73-0034-46569170F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0F16-1CF6-4EE0-8059-41DEF9D321C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1B7A60-8384-9D1D-C327-3C308F72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BC5E0-9D06-5D79-2844-F562ACC3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B550-ECBC-4CD7-B571-26E8EE82A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469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F7611-F68B-F298-7836-62C60E3D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0B298-7ED6-2343-E59E-B34CFD96D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0F16-1CF6-4EE0-8059-41DEF9D321C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CC3C7-2422-A221-8D90-04B560884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134CF-E9EA-A959-B8B4-559341BFA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B550-ECBC-4CD7-B571-26E8EE82A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04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707775-B5B9-B7C8-3478-E6AD466E5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0F16-1CF6-4EE0-8059-41DEF9D321C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92CF1-A5E0-7960-3D06-B766E756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3433E-4DED-2834-5DDF-BAD7B599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B550-ECBC-4CD7-B571-26E8EE82A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90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1832-19FF-E883-922C-081A415B1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B682-6CC2-7920-17C6-9E93CBAB7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E6879-11AC-9B94-CF06-F7D5E8560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187B4-BCA8-CF69-235B-7B9892CA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0F16-1CF6-4EE0-8059-41DEF9D321C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8CBA4-7FFA-C956-2B9A-5D0ABF38D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172C6-23C6-232C-31B2-FBE4FBAA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B550-ECBC-4CD7-B571-26E8EE82A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117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335C4-242B-244D-024A-EDC8AD985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C27795-3EC7-E400-A1B6-E4066766C6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F2FC1-0D55-D2E4-7940-3CF042459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FFCA1-CD54-4123-A912-1A0A0C448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0F16-1CF6-4EE0-8059-41DEF9D321C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DD96A-73F7-FC16-B77D-622B915A6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EC95F-07E1-FF63-1268-ED124D91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B550-ECBC-4CD7-B571-26E8EE82A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227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8B79-B87E-AD84-9FAC-353255780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9DBDB-81BA-C434-46FD-4AE1EF376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42EFB-01CB-94E2-BEB4-BCBAD9B6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0F16-1CF6-4EE0-8059-41DEF9D321C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84E5A-40DB-5324-97E7-4499FE00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75848-95E0-402C-9D9B-AF95851A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B550-ECBC-4CD7-B571-26E8EE82A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03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E48441-9136-08ED-7EFD-7CD0DD7CE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966EF-5AF4-C024-4B7B-4FF548B0F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EEF59-8780-9FAB-FDA1-58E0CEFBA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0F16-1CF6-4EE0-8059-41DEF9D321C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D50BA-C398-3713-5958-27EFC085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316AD-034E-062A-05A2-884100671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B550-ECBC-4CD7-B571-26E8EE82A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85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C4149-FB31-BE8A-54C0-262EE7D85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B418C-BF36-E352-DC05-7387EBE20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0FDFD-1673-9641-A6FC-12BF74CA3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60F16-1CF6-4EE0-8059-41DEF9D321C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9C8D0-0DA0-3F3D-3523-BECE7B301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E6364-F184-8E8A-01A8-AAC80FD74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FB550-ECBC-4CD7-B571-26E8EE82A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59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AC5AF-06FD-CD07-C4B2-CFB4649C6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805" y="1631650"/>
            <a:ext cx="9144000" cy="2387600"/>
          </a:xfrm>
        </p:spPr>
        <p:txBody>
          <a:bodyPr/>
          <a:lstStyle/>
          <a:p>
            <a:r>
              <a:rPr lang="en-IN" b="1" dirty="0"/>
              <a:t>Sign Language Detection in mobile learning app</a:t>
            </a:r>
          </a:p>
        </p:txBody>
      </p:sp>
    </p:spTree>
    <p:extLst>
      <p:ext uri="{BB962C8B-B14F-4D97-AF65-F5344CB8AC3E}">
        <p14:creationId xmlns:p14="http://schemas.microsoft.com/office/powerpoint/2010/main" val="179628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5E84207-B007-E511-845E-7F71C5370D10}"/>
              </a:ext>
            </a:extLst>
          </p:cNvPr>
          <p:cNvSpPr/>
          <p:nvPr/>
        </p:nvSpPr>
        <p:spPr>
          <a:xfrm>
            <a:off x="520861" y="719559"/>
            <a:ext cx="2152892" cy="12847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    Splash Screen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B654FBB-7CF6-C071-0DD0-1B89D06B1797}"/>
              </a:ext>
            </a:extLst>
          </p:cNvPr>
          <p:cNvSpPr/>
          <p:nvPr/>
        </p:nvSpPr>
        <p:spPr>
          <a:xfrm>
            <a:off x="9068758" y="719559"/>
            <a:ext cx="2152892" cy="12847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Home Screen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Learn Signs 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Predict Signs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Logout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A65D9D-11F2-AD5D-04C6-7778755722D9}"/>
              </a:ext>
            </a:extLst>
          </p:cNvPr>
          <p:cNvSpPr/>
          <p:nvPr/>
        </p:nvSpPr>
        <p:spPr>
          <a:xfrm>
            <a:off x="3323862" y="719559"/>
            <a:ext cx="2152892" cy="12847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  Login / Register     </a:t>
            </a:r>
            <a:br>
              <a:rPr lang="en-IN" dirty="0"/>
            </a:br>
            <a:r>
              <a:rPr lang="en-IN" dirty="0"/>
              <a:t> (Email / Password)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2C8749-DEF4-309E-2B92-0920133541AB}"/>
              </a:ext>
            </a:extLst>
          </p:cNvPr>
          <p:cNvSpPr/>
          <p:nvPr/>
        </p:nvSpPr>
        <p:spPr>
          <a:xfrm>
            <a:off x="6196310" y="719559"/>
            <a:ext cx="2152892" cy="12847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Auth Successful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D063E7-1A84-41D1-8138-EC13C28EE3D3}"/>
              </a:ext>
            </a:extLst>
          </p:cNvPr>
          <p:cNvSpPr/>
          <p:nvPr/>
        </p:nvSpPr>
        <p:spPr>
          <a:xfrm>
            <a:off x="9068758" y="2999773"/>
            <a:ext cx="2152892" cy="12847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Learn Signs </a:t>
            </a:r>
          </a:p>
          <a:p>
            <a:pPr algn="ctr"/>
            <a:r>
              <a:rPr lang="en-IN" dirty="0"/>
              <a:t>(A-Z Alphabets)</a:t>
            </a:r>
          </a:p>
          <a:p>
            <a:pPr algn="ctr"/>
            <a:r>
              <a:rPr lang="en-IN" dirty="0"/>
              <a:t>Show Gif Video of each Letter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3BE9AF-FE61-EFC2-9684-216E42ECFE30}"/>
              </a:ext>
            </a:extLst>
          </p:cNvPr>
          <p:cNvSpPr/>
          <p:nvPr/>
        </p:nvSpPr>
        <p:spPr>
          <a:xfrm>
            <a:off x="6196310" y="2999773"/>
            <a:ext cx="2152892" cy="12847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Predict from Text</a:t>
            </a:r>
          </a:p>
          <a:p>
            <a:pPr algn="ctr"/>
            <a:r>
              <a:rPr lang="en-IN" dirty="0"/>
              <a:t>User Types a Word 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754B7F-0A10-979F-F272-314215DC07BC}"/>
              </a:ext>
            </a:extLst>
          </p:cNvPr>
          <p:cNvSpPr/>
          <p:nvPr/>
        </p:nvSpPr>
        <p:spPr>
          <a:xfrm>
            <a:off x="3323862" y="2999773"/>
            <a:ext cx="2152892" cy="12847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Logout </a:t>
            </a:r>
          </a:p>
          <a:p>
            <a:pPr algn="ctr"/>
            <a:r>
              <a:rPr lang="en-IN" dirty="0"/>
              <a:t>Clear Tokens &amp;</a:t>
            </a:r>
          </a:p>
          <a:p>
            <a:pPr algn="ctr"/>
            <a:r>
              <a:rPr lang="en-IN" dirty="0"/>
              <a:t>Navigate to Login Screen 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8A7E85-4BD3-C0A5-2083-238DC16E8346}"/>
              </a:ext>
            </a:extLst>
          </p:cNvPr>
          <p:cNvSpPr/>
          <p:nvPr/>
        </p:nvSpPr>
        <p:spPr>
          <a:xfrm>
            <a:off x="317344" y="2826153"/>
            <a:ext cx="2559926" cy="16320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Letter Split</a:t>
            </a:r>
          </a:p>
          <a:p>
            <a:pPr algn="ctr"/>
            <a:r>
              <a:rPr lang="en-US" dirty="0"/>
              <a:t>b → Show 'B' sign gif video</a:t>
            </a:r>
          </a:p>
          <a:p>
            <a:pPr algn="ctr"/>
            <a:r>
              <a:rPr lang="en-US" dirty="0"/>
              <a:t>a → Show 'A' sign gif video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674D38-38DB-5BE6-1F4D-B727E4B20C1D}"/>
              </a:ext>
            </a:extLst>
          </p:cNvPr>
          <p:cNvSpPr/>
          <p:nvPr/>
        </p:nvSpPr>
        <p:spPr>
          <a:xfrm>
            <a:off x="1251994" y="4863298"/>
            <a:ext cx="3028708" cy="16976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Predict from Camera 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User shows hand sign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Model → Predict Letter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Predictions collected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Display Formed Word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279A1D-B3B4-F6A6-49D7-156928BD638B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2673753" y="1361954"/>
            <a:ext cx="6501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652D60-7F21-ED48-70A4-24D69F4399B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476754" y="1361954"/>
            <a:ext cx="7195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81E33E-24A2-AB09-16DA-9E8FCF6B764C}"/>
              </a:ext>
            </a:extLst>
          </p:cNvPr>
          <p:cNvCxnSpPr>
            <a:stCxn id="5" idx="3"/>
            <a:endCxn id="3" idx="1"/>
          </p:cNvCxnSpPr>
          <p:nvPr/>
        </p:nvCxnSpPr>
        <p:spPr>
          <a:xfrm>
            <a:off x="8349202" y="1361954"/>
            <a:ext cx="7195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5BE00CE-ADCD-0336-93D1-60D544EC0C5F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10145204" y="2004349"/>
            <a:ext cx="0" cy="995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7E6499-BE64-6D23-A7C4-DB47B4FD71A4}"/>
              </a:ext>
            </a:extLst>
          </p:cNvPr>
          <p:cNvCxnSpPr>
            <a:stCxn id="3" idx="2"/>
            <a:endCxn id="7" idx="0"/>
          </p:cNvCxnSpPr>
          <p:nvPr/>
        </p:nvCxnSpPr>
        <p:spPr>
          <a:xfrm flipH="1">
            <a:off x="7272756" y="2004349"/>
            <a:ext cx="2872448" cy="995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476E16-96AA-F2BD-B540-1FC37B68982C}"/>
              </a:ext>
            </a:extLst>
          </p:cNvPr>
          <p:cNvCxnSpPr>
            <a:stCxn id="3" idx="2"/>
            <a:endCxn id="8" idx="0"/>
          </p:cNvCxnSpPr>
          <p:nvPr/>
        </p:nvCxnSpPr>
        <p:spPr>
          <a:xfrm flipH="1">
            <a:off x="4400308" y="2004349"/>
            <a:ext cx="5744896" cy="995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9D1C6D5-8D46-178A-6468-D72E46F22491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2877270" y="3642168"/>
            <a:ext cx="4465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1F3C3F9-C158-8799-D370-4C8D63C858BE}"/>
              </a:ext>
            </a:extLst>
          </p:cNvPr>
          <p:cNvCxnSpPr>
            <a:stCxn id="9" idx="2"/>
            <a:endCxn id="13" idx="0"/>
          </p:cNvCxnSpPr>
          <p:nvPr/>
        </p:nvCxnSpPr>
        <p:spPr>
          <a:xfrm>
            <a:off x="1597307" y="4458182"/>
            <a:ext cx="1169041" cy="405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179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Sign Language Detection in mobile learning app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DLK Groups</dc:creator>
  <cp:lastModifiedBy>DLK Groups</cp:lastModifiedBy>
  <cp:revision>1</cp:revision>
  <dcterms:created xsi:type="dcterms:W3CDTF">2025-11-07T12:21:53Z</dcterms:created>
  <dcterms:modified xsi:type="dcterms:W3CDTF">2025-11-07T12:22:03Z</dcterms:modified>
</cp:coreProperties>
</file>